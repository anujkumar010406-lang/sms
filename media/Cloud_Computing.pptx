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75" r:id="rId6"/>
    <p:sldId id="276" r:id="rId7"/>
    <p:sldId id="277" r:id="rId8"/>
    <p:sldId id="278" r:id="rId9"/>
    <p:sldId id="279" r:id="rId10"/>
    <p:sldId id="288" r:id="rId11"/>
    <p:sldId id="28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Kumar" userId="5ed7b9f8687d5eee" providerId="LiveId" clId="{F887D79D-A94E-4D0A-859B-10A3A81D659F}"/>
    <pc:docChg chg="modSld">
      <pc:chgData name="Anuj Kumar" userId="5ed7b9f8687d5eee" providerId="LiveId" clId="{F887D79D-A94E-4D0A-859B-10A3A81D659F}" dt="2024-09-15T20:17:30.042" v="29" actId="20577"/>
      <pc:docMkLst>
        <pc:docMk/>
      </pc:docMkLst>
      <pc:sldChg chg="modSp mod">
        <pc:chgData name="Anuj Kumar" userId="5ed7b9f8687d5eee" providerId="LiveId" clId="{F887D79D-A94E-4D0A-859B-10A3A81D659F}" dt="2024-09-15T20:17:30.042" v="29" actId="20577"/>
        <pc:sldMkLst>
          <pc:docMk/>
          <pc:sldMk cId="3898447929" sldId="292"/>
        </pc:sldMkLst>
        <pc:spChg chg="mod">
          <ac:chgData name="Anuj Kumar" userId="5ed7b9f8687d5eee" providerId="LiveId" clId="{F887D79D-A94E-4D0A-859B-10A3A81D659F}" dt="2024-09-15T20:17:30.042" v="29" actId="20577"/>
          <ac:spMkLst>
            <pc:docMk/>
            <pc:sldMk cId="3898447929" sldId="292"/>
            <ac:spMk id="9" creationId="{485E0237-B9A1-0B58-E0AA-05EF84817E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044367"/>
            <a:ext cx="1859010" cy="888005"/>
          </a:xfrm>
        </p:spPr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sz="2400" b="1" dirty="0"/>
              <a:t>Anuj</a:t>
            </a:r>
            <a:r>
              <a:rPr lang="en-US" b="1" dirty="0"/>
              <a:t> </a:t>
            </a:r>
            <a:r>
              <a:rPr lang="en-US" sz="2400" b="1" dirty="0"/>
              <a:t>Kumar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Services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40633" y="3112816"/>
            <a:ext cx="4260180" cy="2803890"/>
          </a:xfrm>
        </p:spPr>
        <p:txBody>
          <a:bodyPr/>
          <a:lstStyle/>
          <a:p>
            <a:r>
              <a:rPr lang="en-US" sz="2000" dirty="0"/>
              <a:t>Cloud computing is a model of delivering computing services over the internet, where resources such as server, storage, database ,software, and application are provide as a services to users.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968187"/>
            <a:ext cx="4441188" cy="5783095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Iaas</a:t>
            </a:r>
            <a:r>
              <a:rPr lang="en-US" dirty="0"/>
              <a:t>)-</a:t>
            </a:r>
            <a:r>
              <a:rPr lang="en-US" sz="2400" dirty="0"/>
              <a:t>infrastructure as a service: provide virtual computing over internet.</a:t>
            </a:r>
            <a:br>
              <a:rPr lang="en-US" sz="2400" dirty="0"/>
            </a:b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3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aas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)-</a:t>
            </a: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Platform as a service : provide a platform for developing and running applications.</a:t>
            </a:r>
            <a:b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aas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)-</a:t>
            </a: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as a services:</a:t>
            </a:r>
            <a:b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software application over the internet.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services</a:t>
            </a:r>
            <a:endParaRPr lang="en-US" sz="2400" b="0" dirty="0"/>
          </a:p>
          <a:p>
            <a:endParaRPr lang="en-US" dirty="0"/>
          </a:p>
        </p:txBody>
      </p:sp>
      <p:pic>
        <p:nvPicPr>
          <p:cNvPr id="48" name="Picture placeholder 19" descr="Layout of website design sketches on white paper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6350924"/>
          </a:xfrm>
          <a:effectLst/>
        </p:spPr>
        <p:txBody>
          <a:bodyPr vert="horz" anchor="t"/>
          <a:lstStyle/>
          <a:p>
            <a:r>
              <a:rPr lang="en-US" dirty="0"/>
              <a:t>                            Advantage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Scalability and flexibility.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2. Cost saving.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3.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Realibility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uptime.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4. Security and compliance.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5. Environmentally friendly.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1A659A-06D6-192E-FA92-00088E1D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5496382"/>
          </a:xfrm>
        </p:spPr>
        <p:txBody>
          <a:bodyPr/>
          <a:lstStyle/>
          <a:p>
            <a:r>
              <a:rPr lang="en-US" dirty="0"/>
              <a:t>                                 Applications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sz="3200" dirty="0">
                <a:sym typeface="Wingdings" panose="05000000000000000000" pitchFamily="2" charset="2"/>
              </a:rPr>
              <a:t>Data storage and management.</a:t>
            </a:r>
            <a:br>
              <a:rPr lang="en-US" sz="3200" dirty="0">
                <a:sym typeface="Wingdings" panose="05000000000000000000" pitchFamily="2" charset="2"/>
              </a:rPr>
            </a:br>
            <a:r>
              <a:rPr lang="en-US" sz="3200" dirty="0">
                <a:sym typeface="Wingdings" panose="05000000000000000000" pitchFamily="2" charset="2"/>
              </a:rPr>
              <a:t>    Software development and testing.</a:t>
            </a:r>
            <a:br>
              <a:rPr lang="en-US" sz="3200" dirty="0">
                <a:sym typeface="Wingdings" panose="05000000000000000000" pitchFamily="2" charset="2"/>
              </a:rPr>
            </a:br>
            <a:r>
              <a:rPr lang="en-US" sz="3200" dirty="0">
                <a:sym typeface="Wingdings" panose="05000000000000000000" pitchFamily="2" charset="2"/>
              </a:rPr>
              <a:t>    Business intelligence and analytics.</a:t>
            </a:r>
            <a:br>
              <a:rPr lang="en-US" sz="3200" dirty="0">
                <a:sym typeface="Wingdings" panose="05000000000000000000" pitchFamily="2" charset="2"/>
              </a:rPr>
            </a:br>
            <a:r>
              <a:rPr lang="en-US" sz="3200" dirty="0">
                <a:sym typeface="Wingdings" panose="05000000000000000000" pitchFamily="2" charset="2"/>
              </a:rPr>
              <a:t>    E-commerce and online shopping.</a:t>
            </a:r>
            <a:br>
              <a:rPr lang="en-US" sz="3200" dirty="0">
                <a:sym typeface="Wingdings" panose="05000000000000000000" pitchFamily="2" charset="2"/>
              </a:rPr>
            </a:br>
            <a:r>
              <a:rPr lang="en-US" sz="3200" dirty="0">
                <a:sym typeface="Wingdings" panose="05000000000000000000" pitchFamily="2" charset="2"/>
              </a:rPr>
              <a:t>    Social media and collaboration.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70" y="1597722"/>
            <a:ext cx="9891455" cy="2225329"/>
          </a:xfrm>
        </p:spPr>
        <p:txBody>
          <a:bodyPr/>
          <a:lstStyle/>
          <a:p>
            <a:r>
              <a:rPr lang="en-US" altLang="zh-CN" dirty="0"/>
              <a:t>Summary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64967" y="3029081"/>
            <a:ext cx="4738693" cy="3188840"/>
          </a:xfrm>
        </p:spPr>
        <p:txBody>
          <a:bodyPr/>
          <a:lstStyle/>
          <a:p>
            <a:r>
              <a:rPr lang="en-US" altLang="zh-CN" sz="2400" dirty="0"/>
              <a:t>Cloud computing offers numerous benefits and advantages.</a:t>
            </a:r>
          </a:p>
          <a:p>
            <a:r>
              <a:rPr lang="en-US" altLang="zh-CN" sz="2400" dirty="0"/>
              <a:t>However ,it also present some challenge and concerns.</a:t>
            </a:r>
          </a:p>
          <a:p>
            <a:r>
              <a:rPr lang="en-US" altLang="zh-CN" sz="2400" dirty="0"/>
              <a:t>By understanding cloud computing, we can harness its potential and make informed decision.</a:t>
            </a:r>
          </a:p>
          <a:p>
            <a:endParaRPr lang="en-US" dirty="0"/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71af3243-3dd4-4a8d-8c0d-dd76da1f02a5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246</Words>
  <Application>Microsoft Office PowerPoint</Application>
  <PresentationFormat>Widescreen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等线</vt:lpstr>
      <vt:lpstr>Abadi</vt:lpstr>
      <vt:lpstr>Arial</vt:lpstr>
      <vt:lpstr>Calibri</vt:lpstr>
      <vt:lpstr>Posterama Text Black</vt:lpstr>
      <vt:lpstr>Posterama Text SemiBold</vt:lpstr>
      <vt:lpstr>Wingdings</vt:lpstr>
      <vt:lpstr>Custom​​</vt:lpstr>
      <vt:lpstr>Cloud Computing </vt:lpstr>
      <vt:lpstr>Agenda</vt:lpstr>
      <vt:lpstr>Introduction</vt:lpstr>
      <vt:lpstr>(Iaas)-infrastructure as a service: provide virtual computing over internet. (Paas)-Platform as a service : provide a platform for developing and running applications. (saas)-software as a services: provide software application over the internet.</vt:lpstr>
      <vt:lpstr>                            Advantage            1. Scalability and flexibility.             2. Cost saving.             3. Realibility and uptime.             4. Security and compliance.             5. Environmentally friendly.      </vt:lpstr>
      <vt:lpstr>                                 Applications     Data storage and management.     Software development and testing.     Business intelligence and analytics.     E-commerce and online shopping.     Social media and collaboration.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Anuj Kumar</dc:creator>
  <cp:lastModifiedBy>Anuj Kumar</cp:lastModifiedBy>
  <cp:revision>1</cp:revision>
  <dcterms:created xsi:type="dcterms:W3CDTF">2024-09-01T04:47:09Z</dcterms:created>
  <dcterms:modified xsi:type="dcterms:W3CDTF">2024-09-15T20:17:51Z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